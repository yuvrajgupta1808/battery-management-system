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C39A"/>
                </a:solidFill>
                <a:latin typeface="Calibri"/>
              </a:defRPr>
            </a:pPr>
            <a:r>
              <a:t>CANary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BMS Validation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ADCFC"/>
                </a:solidFill>
                <a:latin typeface="Calibri"/>
              </a:defRPr>
            </a:pPr>
            <a:r>
              <a:t>Agentic battery pack design with remote knowledge on Tigris</a:t>
            </a:r>
            <a:br/>
            <a:r>
              <a:t>and DevSecOps trust via Opsera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Calibri"/>
              </a:defRPr>
            </a:pPr>
            <a:r>
              <a:t>Hackathon Demo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6A7A"/>
                </a:solidFill>
                <a:latin typeface="Calibri"/>
              </a:defRPr>
            </a:pPr>
            <a:r>
              <a:t>Battery engineers don't lack tools — they lack connected, auditable design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BMS design sits between safety and cost — wrong thresholds or wiring can mean recalls and weeks of rework.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Knowledge lives in scattered PDFs (datasheets, UL/IEC standards) — not in the design itself.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Schematics and protection rules drift apart; firmware constants don't match the block diagram.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Every new pack (12s2p LFP, 16S NMC…) forces engineers to re-read the same docs from scratch.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When validation asks “why is OVP 3.65 V?”, the answer is buried in a 200-page PDF — not traceable.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Why engineers feel the pain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9776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435608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4416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PDF-shaped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35753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  <a:latin typeface="Calibri"/>
              </a:defRPr>
            </a:pPr>
            <a:r>
              <a:t>Datasheets and standards aren't queryable at design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234440"/>
            <a:ext cx="39776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00600" y="1435608"/>
            <a:ext cx="164592" cy="164592"/>
          </a:xfrm>
          <a:prstGeom prst="ellipse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6632" y="134416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Diagram ↔ rules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737360"/>
            <a:ext cx="35753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  <a:latin typeface="Calibri"/>
              </a:defRPr>
            </a:pPr>
            <a:r>
              <a:t>The schematic says one thing; safety YAML says another.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39776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721608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63016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No compounding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23360"/>
            <a:ext cx="35753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  <a:latin typeface="Calibri"/>
              </a:defRPr>
            </a:pPr>
            <a:r>
              <a:t>Each project re-derives OVP, AFE pins, and topology from 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520440"/>
            <a:ext cx="39776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3721608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363016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Chatbots aren't enough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4023360"/>
            <a:ext cx="35753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  <a:latin typeface="Calibri"/>
              </a:defRPr>
            </a:pPr>
            <a:r>
              <a:t>LLM answers without schema, validation, or linked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ADCFC"/>
                </a:solidFill>
                <a:latin typeface="Calibri"/>
              </a:defRPr>
            </a:pPr>
            <a:r>
              <a:t>CANary: describe the pack in natural language → agent produces validated artifacts → UI renders an interactive schematic.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16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95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Engineer describes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A"/>
                </a:solidFill>
                <a:latin typeface="Calibri"/>
              </a:defRPr>
            </a:pPr>
            <a:r>
              <a:t>Topology, chemistry, parts, protection requirements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274320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816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95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reads Tigris wiki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886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A"/>
                </a:solidFill>
                <a:latin typeface="Calibri"/>
              </a:defRPr>
            </a:pPr>
            <a:r>
              <a:t>Datasheets, entities, protection concepts — cited, not guessed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74320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816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95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writes local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886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A"/>
                </a:solidFill>
                <a:latin typeface="Calibri"/>
              </a:defRPr>
            </a:pPr>
            <a:r>
              <a:t>architecture.bms.json + safety_rules.yaml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74320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816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95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Workbench renders SVG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886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A"/>
                </a:solidFill>
                <a:latin typeface="Calibri"/>
              </a:defRPr>
            </a:pPr>
            <a:r>
              <a:t>Pack drill-down, MCU rules inspector, schema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Calibri"/>
              </a:defRPr>
            </a:pPr>
            <a:r>
              <a:t>Architecture: local speed + remote brain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840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Calibri"/>
              </a:defRPr>
            </a:pPr>
            <a:r>
              <a:t>Local workspace (fast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6454F"/>
                </a:solidFill>
                <a:latin typeface="Calibri"/>
              </a:defRPr>
            </a:pPr>
            <a:r>
              <a:t>• architecture.bms.json</a:t>
            </a:r>
            <a:br/>
            <a:r>
              <a:t>• safety_rules.yaml</a:t>
            </a:r>
            <a:br/>
            <a:r>
              <a:t>• React SVG renderer</a:t>
            </a:r>
            <a:br/>
            <a:r>
              <a:t>• JSON Schema validation</a:t>
            </a:r>
            <a:br/>
            <a:r>
              <a:t>• Agent SKILL +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234440"/>
            <a:ext cx="3840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C39A"/>
                </a:solidFill>
                <a:latin typeface="Calibri"/>
              </a:defRPr>
            </a:pPr>
            <a:r>
              <a:t>Tigris (compounding knowledge)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6454F"/>
                </a:solidFill>
                <a:latin typeface="Calibri"/>
              </a:defRPr>
            </a:pPr>
            <a:r>
              <a:t>• raw/datasheets/*.pdf</a:t>
            </a:r>
            <a:br/>
            <a:r>
              <a:t>• wiki/index.md → entities, concepts</a:t>
            </a:r>
            <a:br/>
            <a:r>
              <a:t>• rtrvr.ai compiled sources</a:t>
            </a:r>
            <a:br/>
            <a:r>
              <a:t>• manifest.yaml catalog</a:t>
            </a:r>
            <a:br/>
            <a:r>
              <a:t>• Karpathy LLM Wiki pattern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3291840"/>
            <a:ext cx="502920" cy="32004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Tigris — BMS knowledge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6A7A"/>
                </a:solidFill>
                <a:latin typeface="Calibri"/>
              </a:defRPr>
            </a:pPr>
            <a:r>
              <a:t>Sponsor integration · Tigris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Bucket: canary-bms-knowledge — 29+ wiki objects live today (entities, concepts, sources, PDFs).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Agent always starts at wiki/index.md via Tigris MCP — users never say “read Tigris.”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Immutable PDFs in raw/; agent-maintained markdown in wiki/ — knowledge compounds across sessions.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rtrvr.ai batch ingest: vendor URLs → raw/rtrvr/*.json → compiled wiki/sources/*.md.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Demo line: “Git holds the diagram; Tigris holds the brain.”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Opsera — trust layer on the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6A7A"/>
                </a:solidFill>
                <a:latin typeface="Calibri"/>
              </a:defRPr>
            </a:pPr>
            <a:r>
              <a:t>Sponsor integration · Opsera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Separate from BMS design: security-scan, architecture-analyze, compliance-audit via MCP.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Scans the CANary repo / workspace — not the battery pack — for critical/high findings.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Reports saved to docs/opsera-scan/reports/ (security, architecture, SOC2 audit).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Deep Agent + Cursor: make opsera-login once; scans run inside the workbench chat.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Demo line: “Tigris validates the battery design; Opsera validates the software building it.”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411480" cy="411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807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Show Tigris bucket — index, BQ76952 PDF, rtrvr source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411480" cy="411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40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Prompt: “Design 12s2p LFP with BQ76952 + STM32F407 — use remote wiki for thresholds”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411480" cy="411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009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Watch agent: tigris_get_object → write architecture + safety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06240"/>
            <a:ext cx="411480" cy="411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611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51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Diagram tab: pack view → drill into BMS board → inspect MCU protection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411480" cy="411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212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Follow-up: tighten thermal limits — rules update with wiki citation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1920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090"/>
                </a:solidFill>
                <a:latin typeface="Calibri"/>
              </a:defRPr>
            </a:pPr>
            <a:r>
              <a:t>29+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A"/>
                </a:solidFill>
                <a:latin typeface="Calibri"/>
              </a:defRPr>
            </a:pPr>
            <a:r>
              <a:t>Wiki pages</a:t>
            </a:r>
            <a:br/>
            <a:r>
              <a:t>on Tigris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1920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090"/>
                </a:solidFill>
                <a:latin typeface="Calibri"/>
              </a:defRPr>
            </a:pPr>
            <a:r>
              <a:t>4.1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A"/>
                </a:solidFill>
                <a:latin typeface="Calibri"/>
              </a:defRPr>
            </a:pPr>
            <a:r>
              <a:t>Real TI</a:t>
            </a:r>
            <a:br/>
            <a:r>
              <a:t>BQ76952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280160"/>
            <a:ext cx="1920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09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A"/>
                </a:solidFill>
                <a:latin typeface="Calibri"/>
              </a:defRPr>
            </a:pPr>
            <a:r>
              <a:t>Core artifacts</a:t>
            </a:r>
            <a:br/>
            <a:r>
              <a:t>(JSON + YAML)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280160"/>
            <a:ext cx="1920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09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A7A"/>
                </a:solidFill>
                <a:latin typeface="Calibri"/>
              </a:defRPr>
            </a:pPr>
            <a:r>
              <a:t>Tigris MCP</a:t>
            </a:r>
            <a:br/>
            <a:r>
              <a:t>tools wired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6454F"/>
                </a:solidFill>
                <a:latin typeface="Calibri"/>
              </a:defRPr>
            </a:pPr>
            <a:r>
              <a:t>Shipped: FastAPI Deep Agent workbench · React SVG schematic renderer · Schema-backed BMS validation</a:t>
            </a:r>
            <a:br/>
            <a:r>
              <a:t>· Tigris remote wiki + MCP · rtrvr.ai ingest pipeline · Opsera security &amp; compliance reports</a:t>
            </a:r>
            <a:br/>
            <a:r>
              <a:t>· Natural-language pack design in one turn with cited thresholds (not hardcoded in UI)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95C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6A7A"/>
                </a:solidFill>
                <a:latin typeface="Calibri"/>
              </a:defRPr>
            </a:pPr>
            <a:r>
              <a:t>Hackathon proves design + knowledge; production adds simulation and sign-off.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Pack-level simulation — fault injection, CAN traces, scenario runners.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Validation reports — requirements traceability and verification outputs.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More datasheets ingested via rtrvr + Tigris (UL 2580, IEC 62619, chemistry guides).</a:t>
            </a:r>
          </a:p>
          <a:p>
            <a:pPr>
              <a:spcAft>
                <a:spcPts val="1400"/>
              </a:spcAft>
              <a:defRPr sz="1700">
                <a:solidFill>
                  <a:srgbClr val="36454F"/>
                </a:solidFill>
                <a:latin typeface="Calibri"/>
              </a:defRPr>
            </a:pPr>
            <a:r>
              <a:t>Formal certification workflow — wiki-linked evidence for audit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 safe battery systems</a:t>
            </a:r>
            <a:br/>
            <a:r>
              <a:t>that learn from every project.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2C39A"/>
                </a:solidFill>
                <a:latin typeface="Calibri"/>
              </a:defRPr>
            </a:pPr>
            <a:r>
              <a:t>CANary · Tigris remote wiki · Opsera DevSecOps · Retriever AI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A623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